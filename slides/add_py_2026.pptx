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Šiose skaidrėse – atnaujinta add.py modulio dalis. Modulis kasmet atnaujinamas; 2.0 versija yra didžiausias pokytis nuo 1.2.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Svarbiausia žinia: nieko perrašinėti nereikia.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Anksčiau MeshLab buvo būtinas norint gauti OBJ. Dabar 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Studentams: pradėkite nuo examples/01_first_model.py, paskui 02_primitives.py. Užduočiai labiausiai praverčia 06-16 pavyzdžiai.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430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add.py 2.0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5740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Trimačiai modeliai, sukurti vien tik programiniu kodu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66928" y="2880360"/>
            <a:ext cx="8010144" cy="2926080"/>
          </a:xfrm>
          <a:prstGeom prst="roundRect">
            <a:avLst>
              <a:gd name="adj" fmla="val 1250"/>
            </a:avLst>
          </a:prstGeom>
          <a:solidFill>
            <a:srgbClr val="F4F3F1"/>
          </a:solidFill>
          <a:ln/>
        </p:spPr>
      </p:sp>
      <p:pic>
        <p:nvPicPr>
          <p:cNvPr id="5" name="Image 0" descr="/home/claude/add3d/docs/images/chess_s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953512"/>
            <a:ext cx="7863840" cy="27797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603504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Algoritmų kūrimas ir analizė  ·  kūrybinė užduotis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 naujo 2.0 versijoje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Loginės operacijos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84248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union, intersect, difference – sąjunga, sankirta ir skirtumas. Parašyta nuo nulio, be jokių bibliotekų.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08760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OBJ, PLY ir STL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84248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save("modelis.obj") sukuria .obj ir .mtl – tiesiai į Sketchfab. STL tinka 3D spausdinimui.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916936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306324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 taisymas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392424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clean() suklijuoja viršūnes, pašalina pasikartojančias ir vidines sienas; heal() užtaiso plyšelius.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916936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3063240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check()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392424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Pasako, kiek turite daugiakampių ir spalvų, ar paviršius uždaras ir ar užduoties reikalavimai jau įvykdyti.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325112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447141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Storis paviršiams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8006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thickness= paverčia ploną parametrinį lakštą tikru kūnu, apšviestu iš abiejų pusių.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4325112"/>
            <a:ext cx="3886200" cy="1170432"/>
          </a:xfrm>
          <a:prstGeom prst="roundRect">
            <a:avLst>
              <a:gd name="adj" fmla="val 3906"/>
            </a:avLst>
          </a:prstGeom>
          <a:solidFill>
            <a:srgbClr val="F6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47141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funkcijų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800600"/>
            <a:ext cx="3483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Aiškesni vardai (box, tube, frame, revolve, sweep), bet visi seni vardai tebeveikia.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Viskas, kas parašyta senajai 1.2 versijai, veikia be jokių pataisymų.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PRIMINIMAS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Kūrybinė užduotis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Sukurti 3D modelį naudojant tik pirminį programos tekstą.</a:t>
            </a:r>
            <a:endParaRPr lang="en-US" sz="160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 failo formatas – OFF arba OBJ.</a:t>
            </a:r>
            <a:endParaRPr lang="en-US" sz="160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10 000 daugiakampių.</a:t>
            </a:r>
            <a:endParaRPr lang="en-US" sz="160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3 skirtingos spalvos.</a:t>
            </a:r>
            <a:endParaRPr lang="en-US" sz="160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Algoritme privalo būti for arba while ciklas.</a:t>
            </a:r>
            <a:endParaRPr lang="en-US" sz="160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 1 parametras, nuo kurio priklauso modelio forma.</a:t>
            </a:r>
            <a:endParaRPr lang="en-US" sz="160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Negalima naudoti 3D modeliavimui skirtų programų.</a:t>
            </a:r>
            <a:endParaRPr lang="en-US" sz="160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Modelį galima kurti individualiai arba komandoje dviese.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32120" y="1481328"/>
            <a:ext cx="3044952" cy="2148840"/>
          </a:xfrm>
          <a:prstGeom prst="roundRect">
            <a:avLst>
              <a:gd name="adj" fmla="val 255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7" name="Image 0" descr="/home/claude/add3d/docs/images/c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36192"/>
            <a:ext cx="2935224" cy="20391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32120" y="3694176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Vienas skaičius (SEED) nulemia visą miestą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42519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pasako, kurie reikalavimai jau įvykdyti.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APLINKA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Rekomenduojami įrankiai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84248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Daugiau nieko diegti nereikia. add.py naudoja tik math ir random.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08760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add.py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84248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Vienas failas šalia jūsų programos. Parsisiunčiamas iš GitHub.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935224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30815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tools/preview.py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41071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Modelio peržiūra be jokios kitos programos: sukuria PNG paveikslėlį.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935224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30815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GeoGebra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41071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Patogu pasitikrinti kreivių ir paviršių formules prieš rašant kodą.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361688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4507992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MeshLab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837176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peržiūra ir konvertavimas. Nuo 2.0 nebebūtinas – OBJ išsaugo pats add.py.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4361688"/>
            <a:ext cx="3886200" cy="1188720"/>
          </a:xfrm>
          <a:prstGeom prst="roundRect">
            <a:avLst>
              <a:gd name="adj" fmla="val 3846"/>
            </a:avLst>
          </a:prstGeom>
          <a:solidFill>
            <a:srgbClr val="F6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507992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Sketchfab.com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837176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.obj + .mtl viename archyve – ir modelį galima pasukioti naršyklėje.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Modelis – tai du sąrašai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3749040" cy="2286000"/>
          </a:xfrm>
          <a:prstGeom prst="roundRect">
            <a:avLst>
              <a:gd name="adj" fmla="val 2400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345643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8 6 0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-1 -1 -1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-1 -1  1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4 0 4 5 1 255 0 0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4 0 1 3 2 255 0 0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572768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formato vardas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8 6 0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viršūnių, sienų ir briaunų skaičius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toliau – viršūnių koordinatės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4 0 4 5 1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keturkampis, jungiantis viršūnes 0, 4, 5 ir 1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255 0 0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sienos spalva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069080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Visos šios bibliotekos braižymo funkcijos daro tą patį: apskaičiuoja taškus ir prideda sienas.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470916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" y="4837176"/>
            <a:ext cx="34564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"red")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add.save("kubas.off")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5120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pats kubas – keturios eilutės.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Vidinė ir išorinė siena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417320"/>
            <a:ext cx="47548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Žvelgiant į modelį iš išorės, viršūnių indeksus reikia išdėstyti prieš laikrodžio rodyklę.</a:t>
            </a:r>
            <a:endParaRPr lang="en-US" sz="155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Žvelgiant iš vidaus – pagal laikrodžio rodyklę.</a:t>
            </a:r>
            <a:endParaRPr lang="en-US" sz="155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Apversta siena atvaizduojama juoda arba visai nerodoma.</a:t>
            </a:r>
            <a:endParaRPr lang="en-US" sz="155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Bibliotekos figūros orientuojamos pačios – galvoti apie tai reikia tik rašant add.polygon(...) ranka.</a:t>
            </a:r>
            <a:endParaRPr lang="en-US" sz="1550" dirty="0"/>
          </a:p>
          <a:p>
            <a:pPr marL="177800" indent="-1778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add.fix_normals(M) sutvarko visą modelį; add.check() pasako, ar paviršius uždaras.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40680" y="1481328"/>
            <a:ext cx="3136392" cy="2212848"/>
          </a:xfrm>
          <a:prstGeom prst="roundRect">
            <a:avLst>
              <a:gd name="adj" fmla="val 2479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7" name="Image 0" descr="/home/claude/add3d/docs/images/two_si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95544" y="1536192"/>
            <a:ext cx="3026664" cy="2103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40680" y="375818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pats balnas: lakštas, dvipusis ir tūrinis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PAGRINDINĖ IDĖJA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Scena, sluoksniai ir modeliai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4800600" cy="2103120"/>
          </a:xfrm>
          <a:prstGeom prst="roundRect">
            <a:avLst>
              <a:gd name="adj" fmla="val 260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450799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1, "red")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plyta = add.layer()     # scena vėl tuščia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range(10):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add.mesh(add.move(plyta, [i * 1.2, 0, 0]))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add.save("siena.off")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3941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layer()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2702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Paima sceną kaip modelį ir palieka sceną tuščią.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0872" y="37947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3941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mesh(M)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42702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Grąžina modelį atgal į sceną.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1663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53126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merge([...])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6418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Sujungia kelis modelius į vieną.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90872" y="5166360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53126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/ pop()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641848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Funkcijoje, kurianti atskirą detalę: padeda sceną į šalį ir po to grąžina.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Sukurk vieną kartą – padėk daug kartų.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Transformacijos niekada nekeičia joms perduoto modelio – jos grąžina naują.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PRADŽIA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Pirmasis modelis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4114800" cy="2606040"/>
          </a:xfrm>
          <a:prstGeom prst="roundRect">
            <a:avLst>
              <a:gd name="adj" fmla="val 2105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609344"/>
            <a:ext cx="3822192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add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add.box([0, 0, 0], 2, "red")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add.sphere([3, 0, 0], 1, 20, "blue")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add.cylinder([0, 2, 0], [3, 2, 0],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0.3, 24, "gold")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add.save("pirmas.off")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481328"/>
            <a:ext cx="3639312" cy="2606040"/>
          </a:xfrm>
          <a:prstGeom prst="roundRect">
            <a:avLst>
              <a:gd name="adj" fmla="val 2105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first_mod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92624" y="1536192"/>
            <a:ext cx="3529584" cy="24963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434840"/>
            <a:ext cx="8010144" cy="123444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4562856"/>
            <a:ext cx="7717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vertices            2460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 polygons            2478  (need 10000)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colours             3     (need 3)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closed surface      yes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76072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check() ataskaita: dar trūksta daugiakampių.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Paruoštos figūros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709160" cy="3291840"/>
          </a:xfrm>
          <a:prstGeom prst="roundRect">
            <a:avLst>
              <a:gd name="adj" fmla="val 166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primiti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599432" cy="31821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0" y="1463040"/>
            <a:ext cx="3108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Kūnai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box, cuboid, frame, pyramid, prism, polyhedron, voxels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Apvalūs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sphere, uvsphere, ellipsoid, torus, capsule, cylinder, tube, cup, cone, cone_open, frustum, pipe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Plokšti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polygon, triangle, quad, disc, ring, grid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Pagalbiniai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arrow, helix, axes, glyph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examples/02_primitives.py – visos figūros vienoje programoje.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parametric() – pagrindinė funkcija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846320" cy="2194560"/>
          </a:xfrm>
          <a:prstGeom prst="roundRect">
            <a:avLst>
              <a:gd name="adj" fmla="val 2500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5537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toras(u, v):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[(5 + math.cos(u)) * math.cos(v),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math.sin(u),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(5 + math.cos(u)) * math.sin(v)]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add.parametric(toras, 0, 2*math.pi, 40,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0, 2*math.pi, 80,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"gold", wrap_u=True, wrap_v=True)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1463040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urfaces_class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517904"/>
            <a:ext cx="2935224" cy="20848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38862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68096" y="40325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wrap_u, wrap_v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43616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Uždaro paviršių be siūlės ir be pasikartojančių viršūnių.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16224" y="38862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17392" y="40325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thickness=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17392" y="43616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Suteikia lakštui tikrą storį – gaunamas uždaras kūnas.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065520" y="38862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66688" y="40325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double_sided=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266688" y="43616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Pigesnis variantas: kiekviena siena ir jos apversta kopija.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PAVYZDŽIAI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Parametriniai paviršiai: viena lygtis, dvylika formų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super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319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23560" y="1508760"/>
            <a:ext cx="2971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Gielio superformulė (2003)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r(t) = ( |cos(m·t/4)/a|^n₂ + |sin(m·t/4)/b|^n₃ ) ^ (−1/n₁)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Šeši skaičiai – ir gaunama jūrų žvaigždė, gėlė, kristalas arba paprasčiausias rutulys.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Būtent to ir prašo užduotis: vienas parametras, keičiantis formą.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examples/08_surfaces_superformula.py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PAVYZDŽIAI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Paviršiai, kurie panašūs į daiktus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8010144" cy="3749040"/>
          </a:xfrm>
          <a:prstGeom prst="roundRect">
            <a:avLst>
              <a:gd name="adj" fmla="val 1463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surfaces_na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7900416" cy="3639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Kriauklė, sraigė, Dini paviršius, obuolys, citrina, širdis, ragas, trimitas, banguota kolona, „breather“, raibuliai, lašas. examples/09_surfaces_nature.py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PAVYZDŽIAI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Grafikai ir egzotiški paviršiai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height_fiel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517904"/>
            <a:ext cx="3822192" cy="2633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427024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f(x, z)  ·  10_height_fields.py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63040"/>
            <a:ext cx="3913632" cy="2743200"/>
          </a:xfrm>
          <a:prstGeom prst="roundRect">
            <a:avLst>
              <a:gd name="adj" fmla="val 20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surfaces_exoti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517904"/>
            <a:ext cx="3803904" cy="2633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427024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Miobijus, Kleinas, Boy, Romos paviršius  ·  07_surfaces_exotic.py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02920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Vienpusiai paviršiai neturi „išorės“. Duokite jiems storį – ir jie tampa įprastais dvipusiais kūnais.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paviršius iš vienos pusės juodas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8010144" cy="2926080"/>
          </a:xfrm>
          <a:prstGeom prst="roundRect">
            <a:avLst>
              <a:gd name="adj" fmla="val 1875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two_si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7900416" cy="28163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5720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" y="47183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Paprastas lakštas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50474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Viena gera pusė, viena „negyva“.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16224" y="45720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517392" y="47183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double_sided=True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517392" y="50474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Kiekviena siena ir jos apversta kopija. Pigu, storio vis dar nėra.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65520" y="4572000"/>
            <a:ext cx="2511552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6688" y="471830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thickness=0.1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66688" y="5047488"/>
            <a:ext cx="2109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Tikras kūnas su sienele: uždaras, spausdinamas, teisingas iš visų pusių.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revolve() – sukinys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023360" cy="1691640"/>
          </a:xfrm>
          <a:prstGeom prst="roundRect">
            <a:avLst>
              <a:gd name="adj" fmla="val 3243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373075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vaza(t):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[1 + 0.4*math.sin(3*t), t]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add.revolve(vaza, [0, 0, 0], [0, 1, 0],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0, 4, 60, 40, "teal")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2918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profilis(t)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grąžina [spindulys, aukštis]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caps=True uždaro galus – gaunamas kūnas, tinkamas loginėms operacijoms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angle= mažesnis už pilną apsisukimą išpjauna pleištą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3776472" cy="3200400"/>
          </a:xfrm>
          <a:prstGeom prst="roundRect">
            <a:avLst>
              <a:gd name="adj" fmla="val 1714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0" descr="/home/claude/add3d/docs/images/lath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5464" y="1517904"/>
            <a:ext cx="3666744" cy="30906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Senasis spin3D(A, B, S, ...) tebeveikia – tai tas pats sukinys be dangtelių. examples/14_lathe_gallery.py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Kopijuojamas, sukamas, tempiamas paviršius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72768"/>
            <a:ext cx="4553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add.extrude(zvaigzde, [0, 3.4, 0], "gold",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steps=90, twist=1.6*math.pi,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scale=lambda t: 1 - 0.45*t)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32120" y="1444752"/>
            <a:ext cx="3044952" cy="219456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8" name="Image 0" descr="/home/claude/add3d/docs/images/swe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86984" y="1499616"/>
            <a:ext cx="2935224" cy="20848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66928" y="2606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 ir scale gali būti ir funkcijos nuo padėties kelyje – forma keičiasi eidama. Dvylika pavyzdžių: examples/13_sweep_and_twist.py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703320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8096" y="38496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extrude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178808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forma ištempiama į 3D; pakeliui sukama ir siaurinama.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90872" y="3703320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92040" y="38496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4178808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Skerspjūvis stumiamas išilgai bet kokio 3D kelio.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66928" y="4965192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68096" y="511149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68096" y="544068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Paviršius, uždengiantis skerspjūvių seką.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690872" y="4965192"/>
            <a:ext cx="3886200" cy="1024128"/>
          </a:xfrm>
          <a:prstGeom prst="roundRect">
            <a:avLst>
              <a:gd name="adj" fmla="val 4464"/>
            </a:avLst>
          </a:prstGeom>
          <a:solidFill>
            <a:srgbClr val="F6EFE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92040" y="511149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ribbon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5440680"/>
            <a:ext cx="3483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Plokščia juosta, einanti 3D keliu.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PAVIRŠIAI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curve() – kreivės kaip vamzdžiai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curv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3192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32120" y="1463040"/>
            <a:ext cx="3044952" cy="2103120"/>
          </a:xfrm>
          <a:prstGeom prst="roundRect">
            <a:avLst>
              <a:gd name="adj" fmla="val 260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78424" y="1591056"/>
            <a:ext cx="275234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mazgas(t):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[math.sin(t) + 2*math.sin(2*t),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-math.sin(3*t),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math.cos(t) - 2*math.cos(2*t)]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add.curve(mazgas, 0, 2*math.pi, 300,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18, 0.28, "lime", True)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3703320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Spindulys gali būti ir funkcija r(t) – vamzdis storėja ir plonėja. Vamzdis pats nesisuka: išilgai kreivės nešamas minimaliai sukantis rėmas.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SLUOKSNIAI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Transformacijos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0876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place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8424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Pastūmimas; place pastato centrą į nurodytą tašką.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50876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65506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rotateX/Y/Z, rotate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8424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Sukimas apie ašį – taip pat ir apie bet kokią kryptį.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78892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9352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zoom, stretch, fit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26440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Mastelis: vienodas, atskiras kiekvienai ašiai arba pagal dydį.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78892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93522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6440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Atspindys plokštumoje; sienų kryptis apsukama.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" y="42153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twist, bend, taper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454456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Susukimas, sulenkimas, siaurėjimas.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90872" y="4069080"/>
            <a:ext cx="3886200" cy="1042416"/>
          </a:xfrm>
          <a:prstGeom prst="roundRect">
            <a:avLst>
              <a:gd name="adj" fmla="val 4386"/>
            </a:avLst>
          </a:prstGeom>
          <a:solidFill>
            <a:srgbClr val="F6EF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42153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544568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 kokia jūsų funkcija f(p) → naujas taškas.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25780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Visos jos grąžina naują modelį – originalas nepakinta, todėl jas galima jungti į grandinę: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5669280"/>
            <a:ext cx="8010144" cy="475488"/>
          </a:xfrm>
          <a:prstGeom prst="roundRect">
            <a:avLst>
              <a:gd name="adj" fmla="val 11538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5797296"/>
            <a:ext cx="7717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add.move(add.rotateY(add.zoom(M, 0.5), 0.4), [0, 3, 0])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SLUOKSNIAI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Viena detalė, daug kopijų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429000"/>
          </a:xfrm>
          <a:prstGeom prst="roundRect">
            <a:avLst>
              <a:gd name="adj" fmla="val 1600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patter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3192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32120" y="1508760"/>
            <a:ext cx="30449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array_linear(M, step, n)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array_grid(M, steps, counts)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array_radial(M, n, axis, P)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428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array_mirror(M, point, normal)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repeat(M, n, step)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Bendriausias variantas: jūs pasakote, kur atsiduria kopija numeris i.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32120" y="3931920"/>
            <a:ext cx="3044952" cy="1234440"/>
          </a:xfrm>
          <a:prstGeom prst="roundRect">
            <a:avLst>
              <a:gd name="adj" fmla="val 4444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78424" y="4059936"/>
            <a:ext cx="27523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spirale = add.repeat(plyta, 40,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M, i: add.move(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add.rotateY(M, i * 0.3),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[0, i * 0.2, 0]))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SLUOKSNIAI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Spalvos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572000" cy="2651760"/>
          </a:xfrm>
          <a:prstGeom prst="roundRect">
            <a:avLst>
              <a:gd name="adj" fmla="val 2069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27939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add.box(c, 1, "red")            # vardu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add.box(c, 1, "#ff8800")        # hex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add.box(c, 1, [255, 136, 0])    # RGB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add.hsv(0.3, 0.7, 1.0)          # atspalvis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add.gradient(t, "navy", "gold") # perėjimas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add.color_by(M,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lambda p: add.hsv(p[1] / 10.0))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20624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435254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color(M, spalva)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68172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Perdažo visą modelį.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0872" y="4206240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435254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color_by(M, fn)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468172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Spalva pagal sienos padėtį – vaivorykštės, aukščio žemėlapiai.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44982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55961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color_gradient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92531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Perėjimas nuo vienos spalvos iki kitos išilgai ašies.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90872" y="5449824"/>
            <a:ext cx="3886200" cy="1005840"/>
          </a:xfrm>
          <a:prstGeom prst="roundRect">
            <a:avLst>
              <a:gd name="adj" fmla="val 4545"/>
            </a:avLst>
          </a:prstGeom>
          <a:solidFill>
            <a:srgbClr val="F6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559612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color_random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92531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Kiekvienai sienai – sava atsitiktinė spalva.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691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Užduočiai reikia bent trijų spalvų – bet gražiau, kai jos ką nors reiškia.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Loginės operacijos su kūnais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4846320" cy="3291840"/>
          </a:xfrm>
          <a:prstGeom prst="roundRect">
            <a:avLst>
              <a:gd name="adj" fmla="val 166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boolea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4736592" cy="31821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32120" y="1417320"/>
            <a:ext cx="30449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union(A, B)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Sąjunga: viskas, kas yra bet kuriame kūne. Paslėptos vidinės sienos dingsta.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intersect(A, B)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Sankirta: tik tai, kas bendra.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difference(A, B)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Skirtumas: A su iškirptu B. Taip daromos skylės ir įpjovos.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250" b="1" dirty="0">
                <a:solidFill>
                  <a:srgbClr val="8A4B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cut(M, taškas, normalė)
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Pjūvis plokštuma – pigiau.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4983480"/>
            <a:ext cx="8010144" cy="1280160"/>
          </a:xfrm>
          <a:prstGeom prst="roundRect">
            <a:avLst>
              <a:gd name="adj" fmla="val 4286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5111496"/>
            <a:ext cx="77175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add.cuboid([0,0,0], [4,1,4], "brown")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plokste = add.layer()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add.cylinder([0,-1,0], [0,1,0], 0.6, 32, "black")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grezlas = add.layer()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add.mesh(add.difference(plokste, grezlas))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Kaip veikia loginės operacijos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2511552" cy="1783080"/>
          </a:xfrm>
          <a:prstGeom prst="roundRect">
            <a:avLst>
              <a:gd name="adj" fmla="val 2564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60934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Perpjaunama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38528"/>
            <a:ext cx="21092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Kiekviena siena perpjaunama ten, kur ją galėtų kirsti kito kūno trikampiai. Kaimynai randami per erdvinį tinklelį, todėl toli esanti siena nepjaustoma.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6224" y="1463040"/>
            <a:ext cx="2511552" cy="1783080"/>
          </a:xfrm>
          <a:prstGeom prst="roundRect">
            <a:avLst>
              <a:gd name="adj" fmla="val 2564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17392" y="160934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Klausiama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17392" y="1938528"/>
            <a:ext cx="21092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Kiekvienos dalies klausiama: ar ji viduje, išorėje, ar guli ant kito kūno paviršiaus? Atsako spindulys, skaičiuojantis susikirtimus.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65520" y="1463040"/>
            <a:ext cx="2511552" cy="1783080"/>
          </a:xfrm>
          <a:prstGeom prst="roundRect">
            <a:avLst>
              <a:gd name="adj" fmla="val 2564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6688" y="1609344"/>
            <a:ext cx="2109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Atrenkama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66688" y="1938528"/>
            <a:ext cx="21092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Sąjunga palieka tai, kas išorėje; sankirta – kas viduje; skirtumas – A išorę ir apverstą B vidų.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566160"/>
            <a:ext cx="8010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Apie 600 eilučių gryno Python. Jokių bibliotekų.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 sienų sfera minus dėžė – apie 0,5 s.  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sienų – apie 2 s.
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Rezultatas suklijuotas, plyšeliai užtaisyti, paviršius uždaras.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800600"/>
            <a:ext cx="8010144" cy="960120"/>
          </a:xfrm>
          <a:prstGeom prst="roundRect">
            <a:avLst>
              <a:gd name="adj" fmla="val 4762"/>
            </a:avLst>
          </a:prstGeom>
          <a:solidFill>
            <a:srgbClr val="EAF3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5528" y="4983480"/>
            <a:ext cx="7552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Loginėms operacijoms reikia uždarų kūnų. Jei rezultatas keistas – pirmiausia patikrinkite abu pradinius kūnus su add.check().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Modelio taisymas ir tikrinimas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447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" y="15910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clean(M)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9202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Suklijuoja sutampančias viršūnes, pašalina nulinio ploto ir pasikartojančias sienas, išmeta vidines sieneles ten, kur du kūnai liečiasi.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90872" y="14447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5910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heal(M)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9202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Užtaiso plyšelius ten, kur briauna praeina pro svetimą viršūnę.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8163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" y="29626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fix_normals(M)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32918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Nukreipia visas sienas ta pačia kryptimi, uždarame modelyje – į išorę.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90872" y="2816352"/>
            <a:ext cx="3886200" cy="1133856"/>
          </a:xfrm>
          <a:prstGeom prst="roundRect">
            <a:avLst>
              <a:gd name="adj" fmla="val 4032"/>
            </a:avLst>
          </a:prstGeom>
          <a:solidFill>
            <a:srgbClr val="F6EF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2962656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triangulate(M)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291840"/>
            <a:ext cx="3483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Paverčia visas sienas trikampiais.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4197096"/>
            <a:ext cx="3639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modelis = add.clean(add.layer())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add.mesh(modelis)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add.check()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4069080"/>
            <a:ext cx="3867912" cy="1417320"/>
          </a:xfrm>
          <a:prstGeom prst="roundRect">
            <a:avLst>
              <a:gd name="adj" fmla="val 3871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5464" y="4197096"/>
            <a:ext cx="357530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vertices            136768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polygons            163132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colours             6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 closed surface      yes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volume              60.286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742432"/>
            <a:ext cx="7461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Sudėjus du besiliečiančius kubus, kiekvienas pasilieka savo sienelę toje vietoje, kur jos niekas nemato. clean() jas randa ir pašalina.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Modelio išsaugojimas ir viešinimas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 w="9525">
            <a:solidFill>
              <a:srgbClr val="E3E1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4279392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add.save("modelis.off")   # kurso formatas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add.save("modelis.obj")   # + .mtl spalvoms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add.save("modelis.ply")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C31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add.save("modelis.stl")   # 3D spausdinimui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154680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33009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Sketchfab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630168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Sudėkite .obj ir .mtl į vieną archyvą ir įkelkite – modelį galės pasukioti bet kas naršyklėje.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90872" y="3154680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3300984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spausdinimas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630168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clean(..., normals=True), tada save("m.stl"). Paviršius turi būti uždaras.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626864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" y="477316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Peržiūra be MeshLab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5102352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tools/preview.py modelis.off sukuria PNG. Irgi be jokių bibliotekų.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90872" y="4626864"/>
            <a:ext cx="3886200" cy="1234440"/>
          </a:xfrm>
          <a:prstGeom prst="roundRect">
            <a:avLst>
              <a:gd name="adj" fmla="val 3704"/>
            </a:avLst>
          </a:prstGeom>
          <a:solidFill>
            <a:srgbClr val="F6EF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4773168"/>
            <a:ext cx="3483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Įkėlimas atgal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102352"/>
            <a:ext cx="34838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load("raide.off") grąžina modelį, kurį galima stumdyti ir dažyti.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A4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MeshLab konvertavimo žingsnis nebereikalingas – add.py OBJ ir MTL parašo pats.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Didesni pavyzdžiai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931920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6" name="Image 0" descr="/home/claude/add3d/docs/images/chess_s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472184"/>
            <a:ext cx="3822192" cy="22677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3858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18_chess_set.py – sukinys, sluoksniai, loginės operacijos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913632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9" name="Image 1" descr="/home/claude/add3d/docs/images/fracta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18304" y="1472184"/>
            <a:ext cx="3803904" cy="22677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3858768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17_fractals.py – Mengerio kempinė, Sierpinskis, medis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66928" y="416052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2" name="Image 2" descr="/home/claude/add3d/docs/images/cit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" y="4215384"/>
            <a:ext cx="3822192" cy="181051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663440" y="4160520"/>
            <a:ext cx="3913632" cy="1920240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9525">
            <a:solidFill>
              <a:srgbClr val="E3E1DD"/>
            </a:solidFill>
            <a:prstDash val="solid"/>
          </a:ln>
        </p:spPr>
      </p:sp>
      <p:pic>
        <p:nvPicPr>
          <p:cNvPr id="14" name="Image 3" descr="/home/claude/add3d/docs/images/example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8304" y="4215384"/>
            <a:ext cx="3803904" cy="18105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8A4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SUDERINAMUMAS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8010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428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 1.2 prie 2.0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19872" y="638251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801014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798064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add.py 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add.py 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 tai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4B1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cube2(c, e, b,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frame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kubo briaunų karkasas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cylinder2(A, B, r, k,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tube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cilindras be dangtelių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cylinder3(A, B, r, k,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uždarytas iš vieno galo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cone2(A, B, r, k,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cone_open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 šoninis paviršius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rectangle3D(c, e,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cuboid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stačiakampis gretasienis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newface(A, RGB)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polygon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viena plokščia siena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spin3D(A, B, S, ...)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revolve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sukinys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off(failas)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A4B1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save(failas)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42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.off, .obj, .ply arba .stl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92040"/>
            <a:ext cx="8010144" cy="1051560"/>
          </a:xfrm>
          <a:prstGeom prst="roundRect">
            <a:avLst>
              <a:gd name="adj" fmla="val 4348"/>
            </a:avLst>
          </a:prstGeom>
          <a:solidFill>
            <a:srgbClr val="F6EF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" y="5074920"/>
            <a:ext cx="7552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4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 seni vardai tebeveikia. Dvylika 1.2 versijai rašytų modelių guli tests/legacy/ aplanke, ir testai tikrina, kad jie duotų lygiai tiek pat sienų kaip anksčiau.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41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51560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 viską rasti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574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Modulis, pavyzdžiai, testai ir dokumentacija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github.com/…/add.py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Dokumentacija lietuviškai ir angliškai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…github.io/add.py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9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Klausimai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akatasis@gmail.com  ·  martynas.sabaliauskas@mif.vu.lt</a:t>
            </a:r>
            <a:endParaRPr lang="en-US" sz="1400" dirty="0"/>
          </a:p>
        </p:txBody>
      </p:sp>
      <p:pic>
        <p:nvPicPr>
          <p:cNvPr id="4" name="Image 0" descr="/home/claude/add3d/docs/images/supersha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920240"/>
            <a:ext cx="310896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557784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BF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Ačiū už dėmesį.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Vilniaus universitetas, MIF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add.py 2.0</dc:title>
  <dc:subject>PptxGenJS Presentation</dc:subject>
  <dc:creator>Martynas Sabaliauskas</dc:creator>
  <cp:lastModifiedBy>Martynas Sabaliauskas</cp:lastModifiedBy>
  <cp:revision>1</cp:revision>
  <dcterms:created xsi:type="dcterms:W3CDTF">2026-09-18T02:43:28Z</dcterms:created>
  <dcterms:modified xsi:type="dcterms:W3CDTF">2026-09-18T02:43:28Z</dcterms:modified>
</cp:coreProperties>
</file>