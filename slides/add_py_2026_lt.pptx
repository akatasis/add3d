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Studentams, kurie rašo C++: ta pati biblioteka, tos pačios funkcijos, tie patys skaičiai – ir tas pats failas, kurį įrašo Python programa. Visos 43 pavyzdinės programos turi .cpp dvynę (pilies – išversta jos Python programa).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pavyzdinės programos, 42 iš jų – ir C++ kalba;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 – Python arba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 – o visa tai dabar yra ir C++ kalbai: add.hpp, vienas antraštės failas, tos pačios funkcijos, tie patys modeliai.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 pats modelis C++ kalba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add::save("pirmas.off");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Baitas į baitą tas pats failas.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– visa biblioteka viename antraštės faile, naudojanti tik standartinę C++17 biblioteką: kiekviena add.py funkcija tuo pačiu vardu, su tais pačiais parametrais ir numatytosiomis reikšmėmis.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pirmas.cpp -o pirmas &amp;&amp; ./pirmas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 Python į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Vardinių argumentų nėra: jie duodami iš eilės (bend: kampas, ašis, around). Praleistas tinklas reiškia sceną, kaip ir Python. union – C++ bazinis žodis, todėl union_. Taškai ir spalvos spausdinami taip pat, kaip Python.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Patikrinta kiekvienai funkcijai, visiems 235 dokumentacijos pavyzdžiams ir 43 pavyzdinėms programoms, su GCC ir Clang. ARM kompiuteryje (Mac su Apple Silicon) kompiliuokite ir su -ffp-contract=off.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apie 1 GB .off ir .obj, kurį 7-Zip suglaudina iki 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ir add.hpp,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2026-10-03T01:25:25Z</dcterms:created>
  <dcterms:modified xsi:type="dcterms:W3CDTF">2026-10-03T01:25:25Z</dcterms:modified>
</cp:coreProperties>
</file>