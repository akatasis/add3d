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Studentams, kurie rašo C++: ta pati biblioteka, tos pačios funkcijos, tie patys skaičiai – ir tas pats failas, kurį įrašo Python programa. Visos 43 pavyzdinės programos turi .cpp dvynę (pilies – išversta jos Python programa).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43 pavyzdinės programos, 42 iš jų – ir C++ kalba;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hyperlink" Target="https://skfb.ly/pOnRS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skfb.ly/pOnR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 – Python arba C++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Algoritmai ir duomenų struktūros  ·  Algoritmų kūrimas ir analizė  ·  kūrybinė užduotis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 – o visa tai dabar yra ir C++ kalbai: add.hpp, vienas antraštės failas, tos pačios funkcijos, tie patys modeliai.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 pats modelis C++ kalba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40740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C++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773936"/>
            <a:ext cx="3364992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07408" y="1645920"/>
            <a:ext cx="4169664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1773936"/>
            <a:ext cx="3877056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"add.hpp"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add::box({0, 0, 0}, 2, "red");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add::sphere({3, 0, 0}, 1, 20, "blue");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add::cylinder({0, 2, 0}, {3, 2, 0},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0.3, 24, "gold");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add::save("pirmas.off");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553712"/>
            <a:ext cx="8010144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" y="4681728"/>
            <a:ext cx="7552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Baitas į baitą tas pats failas.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add.hpp – visa biblioteka viename antraštės faile, naudojanti tik standartinę C++17 biblioteką: kiekviena add.py funkcija tuo pačiu vardu, su tais pačiais parametrais ir numatytosiomis reikšmėmis.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g++ -std=c++17 -O2 pirmas.cpp -o pirmas &amp;&amp; ./pirmas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 Python į C++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17320"/>
          <a:ext cx="8010144" cy="914400"/>
        </p:xfrm>
        <a:graphic>
          <a:graphicData uri="http://schemas.openxmlformats.org/drawingml/2006/table">
            <a:tbl>
              <a:tblPr/>
              <a:tblGrid>
                <a:gridCol w="3163824"/>
                <a:gridCol w="48463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C++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import add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#include "add.hpp"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[1, 2, 3]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2, 3}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add.bend(M, 0.4, around=2)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add::bend(M, 0.4, 1,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lambda t: [t, 0, 0]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[](double t) { return add::Point{t, 0, 0}; 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add.make(add.box, [0, 0, 0],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add::make([] { add::box({0, 0, 0}, 2); })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add.union(a,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add::union_(a,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print(add.center(M))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std::cout &lt;&lt; add::center(M);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617720"/>
            <a:ext cx="8010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Vardinių argumentų nėra: jie duodami iš eilės (bend: kampas, ašis, around). Praleistas tinklas reiškia sceną, kaip ir Python. union – C++ bazinis žodis, todėl union_. Taškai ir spalvos spausdinami taip pat, kaip Python.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Patikrinta kiekvienai funkcijai, visiems 235 dokumentacijos pavyzdžiams ir 43 pavyzdinėms programoms, su GCC ir Clang. ARM kompiuteryje (Mac su Apple Silicon) kompiliuokite ir su -ffp-contract=off.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pirma anga,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tada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stiklas angoje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– pro stiklą matyti kambarys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Pilis: modelis, didesnis už atmintį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tekstūrų, kiekvienas akmuo – daugiakampis: apie 1 GB .off ir .obj, kurį 7-Zip suglaudina į ~100 MB Sketchfab'ui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sosto menė ir puota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drakonas ant lobio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66928" y="6181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Pilis Sketchfab'e – pasukiokite ją 3D: </a:t>
            </a:r>
            <a:pPr indent="0" marL="0">
              <a:buNone/>
            </a:pPr>
            <a:r>
              <a:rPr lang="en-US" sz="130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naršyklėje, kaip pilį: </a:t>
            </a:r>
            <a:pPr indent="0" marL="0">
              <a:lnSpc>
                <a:spcPts val="1600"/>
              </a:lnSpc>
              <a:buNone/>
            </a:pPr>
            <a:r>
              <a:rPr lang="en-US" sz="125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 ir add.hpp,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Martynas Sabaliauskas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2026-10-06T22:52:00Z</dcterms:created>
  <dcterms:modified xsi:type="dcterms:W3CDTF">2026-10-06T22:52:00Z</dcterms:modified>
</cp:coreProperties>
</file>