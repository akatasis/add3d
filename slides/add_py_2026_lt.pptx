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400 MB .off ir .obj, kurį 7-Zip suglaudina iki 100 MB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2026-09-24T01:46:43Z</dcterms:created>
  <dcterms:modified xsi:type="dcterms:W3CDTF">2026-09-24T01:46:43Z</dcterms:modified>
</cp:coreProperties>
</file>