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(2.1 versija). Modulis kasmet atnaujinamas; 2.x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pavyzdinių programų; kiekviena vieša funkcija panaudota bent vienoje (python3 tools/coverage.py).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2.1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Algoritmų kūrimas ir analizė  ·  kūrybinė užduotis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2.x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Užtenka import add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ir random eksportuojami iš modulio: add.sin, add.pi, add.randint. Modelio failui užtenka vieno importo.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Spalvų funkcijos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Kiekvienas paviršius priima color=lambda u, v: ... – juostos, žemėlapiai ir perėjimai viena eilute.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Paruoštos detalės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beam, wheel, gear, arch, stairs, roof, bricks, tree, text, pixels, heightmap ...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Išdėstymas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nukreipia detalę, scatter išbarsto kopijas ant reljefo, along išdėsto jas išilgai kreivės.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Taisymas ir išsaugojimas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clean(), heal(), check(); .obj + .mtl tiesiai į Sketchfab, .stl spausdinimui.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2.1</dc:title>
  <dc:subject>PptxGenJS Presentation</dc:subject>
  <dc:creator>Martynas Sabaliauskas</dc:creator>
  <cp:lastModifiedBy>Martynas Sabaliauskas</cp:lastModifiedBy>
  <cp:revision>1</cp:revision>
  <dcterms:created xsi:type="dcterms:W3CDTF">2026-09-18T17:01:13Z</dcterms:created>
  <dcterms:modified xsi:type="dcterms:W3CDTF">2026-09-18T17:01:13Z</dcterms:modified>
</cp:coreProperties>
</file>