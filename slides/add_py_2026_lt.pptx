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Šiose skaidrėse – atnaujinta add.py modulio dalis (2.0 versija) – studentams ir visiems, kas nori kurti 3D modelius programuodami. Modulis kasmet atnaujinamas; 2.0 versija yra didžiausias pokytis nuo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Svarbiausia žinia: nieko perrašinėti nereikia. Studentams ir visiems besidomintiems.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Anksčiau MeshLab buvo būtinas norint gauti OBJ. Dabar 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 pavyzdys rodo tą pačią sferą trimis būdais: Maple kubo sferą, kubelių rutulį, geodezinę.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 pavyzdinės programos; kiekviena vieša funkcija panaudota bent vienoje (python3 tools/coverage.py), ir kiekvienas modelis telpa į Sketchfab ribas.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Studentams: pradėkite nuo examples/01_first_model.py, paskui 02_primitives.py. Užduočiai labiausiai praverčia 06-16 pavyzdžiai ir pilni modeliai 22-33.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Trimačiai modeliai, sukurti vien tik programiniu kodu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Algoritmai ir duomenų struktūros  ·  Algoritmų kūrimas ir analizė  ·  kūrybinė užduotis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 naujo 2.0 versijoje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Loginės operacijos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– sąjunga, sankirta ir skirtumas. Parašyta nuo nulio, be jokių bibliotekų.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Taisyklingieji briaunainiai ir geodezinė sfera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sucentruoti; sphere() dabar – kupolas iš trikampių.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Glotnūs paviršiai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 ir smooth(): apibendrintas Catmull–Clark algoritmas, bet koks langelių skaičius ant briaunos.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– futbolo kamuolys iš ikosaedro viršūnių.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Vardiniai paviršiai, spalvų funkcijos, detalės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paviršių pagal vardą;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Išsaugojimas Sketchfab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prižiūri 50 MB / 50 spalvų ribas; stiklas (transparent) ir tekstūros įrašomi į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Viskas, kas parašyta senajai 1.2 versijai, veikia be jokių pataisymų; užtenka import add.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PRIMINIMAS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Kūrybinė užduotis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Sukurti 3D modelį naudojant tik pirminį programos tekstą.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failo formatas – OFF arba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10 000 daugiakampių.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3 skirtingos spalvos.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Algoritme privalo būti for arba while ciklas.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 parametras, nuo kurio priklauso modelio forma.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Negalima naudoti 3D modeliavimui skirtų programų.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Modelį galima kurti individualiai arba komandoje dviese.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skaičius (SEED) nulemia visą miestą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pasako, kurie reikalavimai jau įvykdyti.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APLINKA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Rekomenduojami įrankiai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Daugiau nieko diegti nereikia. add.py naudoja tik math ir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failas šalia jūsų programos. Parsisiunčiamas iš GitHub (projektas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peržiūra be jokios kitos programos: sukuria PNG paveikslėlį.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Patogu pasitikrinti kreivių ir paviršių formules prieš rašant kodą.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peržiūra ir konvertavimas. Nebebūtinas – OBJ išsaugo pats add.py.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viename archyve – ir modelį galima pasukioti naršyklėje.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Modelis – tai du sąrašai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formato vardas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viršūnių, sienų ir briaunų skaičius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toliau – viršūnių koordinatės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keturkampis, jungiantis viršūnes 0, 4, 5 ir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sienos spalva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šios bibliotekos braižymo funkcijos daro tą patį: apskaičiuoja taškus ir prideda sienas.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add.save("kubas.off")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kubas – keturios eilutės.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Vidinė ir išorinė siena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į modelį iš išorės, viršūnių indeksus reikia išdėstyti prieš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iš vidaus – pagal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Apversta siena atvaizduojama juoda arba visai nerodoma.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Bibliotekos figūros orientuojamos pačios – galvoti apie tai reikia tik rašant add.polygon(...) ranka.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sutvarko visą modelį; add.check() pasako, ar paviršius uždaras.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balnas: lakštas, dvipusis ir tūrinis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PAGRINDINĖ IDĖJA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Scena, sluoksniai ir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plyta = add.layer()     # scena vėl tuščia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add.mesh(add.move(plyta,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add.save("siena.off")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Paima sceną kaip modelį ir palieka sceną tuščią.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Grąžina modelį atgal į sceną.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Sujungia kelis modelius į vieną.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Funkcijoje, kuriančioje atskirą detalę: padeda sceną į šalį ir po to grąžina.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Sukurk vieną kartą – padėk daug kartų.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Transformacijos niekada nekeičia joms perduoto modelio – jos grąžina naują.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PRADŽIA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Pirmasis modelis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add.save("pirmas.off")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ataskaita: dar trūksta daugiakampių.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Užtenka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 iš math – tiesiai iš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viskas iš random.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faile – lygiai vienas importas. (Įprastas import math irgi veikia.)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examples/ pavyzdžiai parašyti taip: import add ir daugiau nieko.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Paruoštos figūros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Apvalūs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Plokšti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Detalės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– visos figūros vienoje programoje.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– pagrindinė funkcija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toras(u,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add.parametric(toras,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Uždaro paviršių be siūlės ir be pasikartojančių viršūnių.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Suteikia lakštui tikrą storį – gaunamas uždaras kūnas.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Nuspalvina kiekvieną langelį pagal jo parametrus.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Spalvų funkcijos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add.curve(spirale,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Planetos: sukiniai, nuspalvinti pagal (platumą, ilgumą)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Funkcija kviečiama kiekvienam langeliui su dviem paviršiaus parametrais: (u, v) – parametric, (t, kampas) – revolve ir curve, (x, z) – grid. Juostos, šachmatų lentos, žemėlapiai ir perėjimai kainuoja vieną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 turimam modeliui: color_by(M, lambda p: ...) spalvina pagal padėtį.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PARAMETRINIAI 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lygtis, dvylika formų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Gielio superformulė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Šeši skaičiai – ir gaunama jūrų žvaigždė, gėlė, kristalas arba paprasčiausias rutulys.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Būtent to ir prašo užduotis: vienas parametras, keičiantis formą.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Paviršiai, kurie panašūs į daiktus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Kriauklė, sraigė, Dini paviršius, obuolys, citrina, širdis, ragas, trimitas, banguota kolona, „breather“, raibuliai, lašas.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Grafikai ir egzotiški paviršiai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Miobijus, Kleinas, Boy, Romos paviršius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Vienpusiai paviršiai neturi „išorės“. Duokite jiems storį – ir jie tampa įprastais dvipusiais kūnais.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 paviršius iš vienos pusės juodas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Paprastas lakštas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 gera pusė, viena „negyva“.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ir jos apversta kopija. Pigu, storio vis dar nėra.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Tikras kūnas su sienele: uždaras, spausdinamas, teisingas iš visų pusių.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– sukinys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vaza(t):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profilis(t)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grąžina [spindulys, aukštis]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uždaro galus – gaunamas kūnas, tinkamas loginėms operacijoms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mažesnis už pilną apsisukimą išpjauna pleištą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Senasis spin3D(A, B, S, ...) tebeveikia – tai tas pats sukinys be dangtelių.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Kopijuojamas, sukamas, tempiamas paviršius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add.extrude(zvaigzde,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ir scale gali būti ir funkcijos nuo padėties kelyje – forma keičiasi eidama. profile_star, profile_gear, profile_rect ... duoda kontūrus.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forma ištempiama į 3D; pakeliui sukama ir siaurinama.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Skerspjūvis stumiamas išilgai bet kokio 3D kelio.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Paviršius, uždengiantis skerspjūvių seką.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Vamzdis per taškų sąrašą; vektorinio lauko trajektorija.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– kreivės kaip vamzdžiai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mazgas(t):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add.curve(mazgas,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Spindulys gali būti ir funkcija r(t) – vamzdis storėja ir plonėja. Vamzdis pats nesisuka: išilgai kreivės nešamas minimaliai sukantis rėmas.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Pastūmimas; centrą, kampą ar apačią pastato į nurodytą tašką.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Sukimas apie ašį – bet kokią – arba detalės nukreipimas kryptimi.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Mastelis: vienodas, atskiras kiekvienai ašiai arba pagal dydį.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Atspindys plokštumoje; sienų kryptis apsukama.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Susukimas, sulenkimas, siaurėjimas.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kokia jūsų funkcija f(p) → naujas taškas.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jos grąžina naują modelį – originalas nepakinta, todėl jas galima jungti į grandinę: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detalė, daug kopijų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Bendriausias variantas: jūs pasakote, kur atsiduria kopija numeris i.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spirale = add.repeat(plyta,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Detalės, kurių prireikia kiekvienam modeliui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–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–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Sija tarp dviejų taškų – orientaciją apskaičiuoja pati.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Ratai su stipinais, sukimbantys krumpliaračiai, arkos, laiptai.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Namai, šventyklos, sienos, miškai.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Pikselinis piešinys, kubelių reljefas, užrašai įmontuotu šriftu (ir ĄČĘĖĮŠŲŪŽ).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Išdėstymas: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detalė aplink koordinačių pradžią, žiūri aukštyn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nukreipti nuo peties į plaštaką, perkelti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keturiasdešimt medžių ant kalvų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– kiekviena galūnė nukreipta į tašką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Kiekvieną detalę kurkite aplink koordinačių pradžią tarp push() ir pop(); tada nukreipkite, pasukite ir perkelkite į vietą.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vardu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atspalvis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perėjimas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tamsiau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spalva)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Perdažo visą modelį.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Spalva pagal sienos padėtį – vaivorykštės, aukščio žemėlapiai.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Perėjimas nuo vienos spalvos iki kitos išilgai ašies.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Kiekvienai sienai – sava atsitiktinė spalva.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Užduočiai reikia bent trijų spalvų – bet gražiau, kai jos ką nors reiškia.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Loginės operacijos su kūnais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Sąjunga: viskas, kas yra bet kuriame kūne. Paslėptos vidinės sienos dingsta.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Sankirta: tik tai, kas bendra.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Skirtumas: A su iškirptu B. Taip daromos skylės ir įpjovos.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taškas, normalė)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Pjūvis plokštuma – pigiau.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plokste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grezlas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add.mesh(add.difference(plokste, grezlas))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Kaip veikia loginės operacijos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Perpjaunama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perpjaunama ten, kur ją galėtų kirsti kito kūno trikampiai. Kaimynai randami per erdvinį tinklelį, todėl toli esanti siena nepjaustoma.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Klausiama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Kiekvienos dalies klausiama: ar ji viduje, išorėje, ar guli ant kito kūno paviršiaus? Atsako spindulys, skaičiuojantis susikirtimus.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Atrenkama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 palieka tai, kas išorėje; sankirta – kas viduje; skirtumas – A išorę ir apverstą B vidų.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Apie 600 eilučių gryno Python. Jokių bibliotekų.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6000 sienų sfera minus dėžė – apie 0,5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sienų – apie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Rezultatas suklijuotas, plyšeliai užtaisyti, paviršius uždaras.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Loginėms operacijoms reikia uždarų kūnų. Jei rezultatas keistas – pirmiausia patikrinkite abu pradinius kūnus su add.check().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taisymas ir tikrinimas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Suklijuoja sutampančias viršūnes, pašalina nulinio ploto ir pasikartojančias sienas, išmeta vidines sieneles ten, kur du kūnai liečiasi.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Užtaiso plyšelius ten, kur briauna praeina pro svetimą viršūnę.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Nukreipia visas sienas ta pačia kryptimi, uždarame modelyje – į išorę.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sienos – trikampiai; ar taškas yra kūno viduje?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modelis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add.mesh(modelis)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Sudėjus du besiliečiančius kubus, kiekvienas pasilieka savo sienelę toje vietoje, kur jos niekas nemato. clean() jas randa ir pašalina. examples/31_workbench.py rodo visus taisymo įrankius.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FIGŪROS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Penki taisyklingieji briaunainiai ir sfera iš trikampių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– kūnai, dualieji, nupjovimai, kupolai, glotnūs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Sucentruota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vidurkis yra lygiai centras; kiekviena viršūnė atstumu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Kupolo principas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Kiekvieną trikampį į keturis, vidurio taškus – ant sferos, kartoti: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kaip anksčiau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lygį parenka pagal k: k=10 -&gt; 1280, k=20 -&gt; 5120 sienų.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Futbolo kamuolys iš ikosaedro viršūnių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Paklauskite tinklo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Pakeiskite vieną kampą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perkelia viršūnę i ir palieka sienas – tada smooth().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Perkurkite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– nauji kūnai iš senų.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Glotnūs paviršiai: apibendrintas Catmull–Clark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– n = 1 ... 7 ant vienos prizmės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koks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langelių ant kiekvienos kontrolinės briaunos, n = 1, 2, 3, 4, 5 ... – klasikinis dalijimas duoda tik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Tiksliai ant ribinio paviršiaus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nauja viršūnė skaičiuojama ant ribinio paviršiaus; prie ypatingųjų kampų tinklas perparametrizuojamas, kad liktų tolygus.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Straipsnis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Catmull–Clark limit surfaces of arbitrary polygon meshes (2026); perkelta eilutė po eilutės į gryną Python.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Dvidešimt penki paviršiai pagal vardą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– mazgas iš besisukančių apskritimų, vienas curve() kvietimas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– Maple, kubeliai, geodezinė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Stiklas, paveikslėliai ir Sketchfab ribos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   # 0..1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0.3])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hole = add.make(add.cuboid, [0, 1.6, 0], [2, 1.2, 1])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add.difference(wall, hole)  # pirma anga,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"bricks.png"))  # tada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stiklas angoje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1.6, 0], [2, 1.2, 0.03], glass)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 – pro stiklą matyti kambarys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Neprivaloma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transparent/texture viskas lygiai kaip anksčiau; .off failuose lieka paprastos spalvos.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Ribos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nemokamai, medžiagos virš 100 suliejamos. Kursas: 50 MB, 50 spalvų. Padeda limit_colors() ir obj_size().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Paveikslėliai iš kodo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įrašo patį paskaičiuotą paveikslėlį – failų nereikia.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Pilis: modelis, didesnis už atmintį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tekstūrų, kiekvienas akmuo – daugiakampis: 400 MB .off ir .obj, kurį 7-Zip suglaudina iki 100 MB Sketchfab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sosto menė ir puota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drakonas ant lobio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add.stream("castle.off", precision=4)   # parts go to disk at once,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# tidied (no overlaps), written,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# fills in the OFF header (.mtl for .obj)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išsaugojimas ir viešinimas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add.save("modelis.off")   # kurso formatas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add.save("modelis.obj")   # + .mtl spalvoms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add.save("modelis.stl")   # 3D spausdinimui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Sudėkite .obj ir .mtl į vieną archyvą ir įkelkite – modelį galės pasukioti bet kas naršyklėje.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spausdinimas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tada save("m.stl"). Paviršius turi būti uždaras.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Peržiūra be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modelis.off sukuria PNG. Irgi be jokių bibliotekų.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Įkėlimas atgal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load("raide.off") grąžina modelį, kurį galima stumdyti ir dažyti.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MeshLab konvertavimo žingsnis nebereikalingas – add.py OBJ ir MTL parašo pats.</a:t>
            </a:r>
            <a:endParaRPr lang="en-US" sz="1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Pilni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– kolonos ant apskritimo, languotos grindys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– sijos, lynai, pakabos, automobiliai kelyje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Didesnės studijos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– sukinys, sluoksniai, loginės operacijos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– Mengerio kempinė, Sierpinskis, medis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SUDERINAMUMAS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 1.2 prie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 tai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kubo briaunų karkasas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cilindras be dangtelių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uždarytas iš vieno galo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 šoninis paviršius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stačiakampis gretasienis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viena plokščia siena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sukinys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arba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seni vardai tebeveikia. Dvylika 1.2 versijai rašytų modelių guli tests/legacy/ aplanke, ir testai tikrina, kad jie duotų lygiai tiek pat sienų kaip anksčiau (pasikeitė tik sphere: dabar geodezinė; senoji – quadsphere). examples/32_old_names.py – ištisas modelis 1.2 žodynu.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 viską rasti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Modulis, pavyzdžiai, testai ir dokumentacija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Dokumentacija angliškai ir lietuviškai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Klausimai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Ačiū už dėmesį.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Vilniaus universitetas,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2026-09-25T14:49:45Z</dcterms:created>
  <dcterms:modified xsi:type="dcterms:W3CDTF">2026-09-25T14:49:45Z</dcterms:modified>
</cp:coreProperties>
</file>