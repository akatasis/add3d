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 who write C++: the same library, the same functions, the same numbers -- and the same file as the Python program writes. All 43 example programs have a .cpp twin (the castle's: its Python, translated).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 example programs, 42 of them also in C++;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code -- in Python or in C++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 -- and all of it now comes for C++ too: add.hpp, one header, the same functions, the same models.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 in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0740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73936"/>
            <a:ext cx="3364992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07408" y="1645920"/>
            <a:ext cx="4169664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73936"/>
            <a:ext cx="387705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"add.hpp"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add::box({0, 0, 0}, 2, "red");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add::sphere({3, 0, 0}, 1, 20, "blue");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add::cylinder({0, 2, 0}, {3, 2, 0},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0.3, 24, "gold");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add::save("first.off");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553712"/>
            <a:ext cx="8010144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681728"/>
            <a:ext cx="7552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for byte the same file.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add.hpp is the whole library as one header, using only the C++17 standard library: every function of add.py, with the same name, parameters and defaults.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g++ -std=c++17 -O2 first.cpp -o first &amp;&amp; ./first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Python to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8010144" cy="914400"/>
        </p:xfrm>
        <a:graphic>
          <a:graphicData uri="http://schemas.openxmlformats.org/drawingml/2006/table">
            <a:tbl>
              <a:tblPr/>
              <a:tblGrid>
                <a:gridCol w="3163824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add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#include "add.hpp"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add.bend(M, 0.4, around=2)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add::bend(M, 0.4, 1,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lambda t: [t, 0, 0]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[](double t) { return add::Point{t, 0, 0}; 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add.make(add.box, [0, 0, 0],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add::make([] { add::box({0, 0, 0}, 2); })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add.union(a,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add::union_(a,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print(add.center(M))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std::cout &lt;&lt; add::center(M);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keyword arguments: give them in order (bend: angle, axis, around). A mesh left out means the scene, as in Python. union is a C++ keyword, so it is union_. Points and colours print as Python prints them.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for every function, all 235 documentation examples and 43 example programs, with GCC and Clang. On ARM (a Mac with Apple Silicon) compile with -ffp-contract=off too.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an .off of about 1 GB and an .obj that 7-Zip packs into about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castle on Sketchfab, to turn round in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browser, like the castle: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 and add.hpp,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Martynas Sabaliauskas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2026-10-04T00:23:08Z</dcterms:created>
  <dcterms:modified xsi:type="dcterms:W3CDTF">2026-10-04T00:23:08Z</dcterms:modified>
</cp:coreProperties>
</file>