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example programs;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Design and Analysis  ·  creative assignment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change; only import add is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# 0..1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1.5, 2], [2, 1.2, 0.1], glass)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"bricks.png", "box"))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MB and 48 materials for Sketchfab; --full 180 MB; --ultra over 1 GB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add.stream("castle.obj")   # parts go to disk at once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   # scene written, then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   # writes castle.mtl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2026-09-22T14:56:33Z</dcterms:created>
  <dcterms:modified xsi:type="dcterms:W3CDTF">2026-09-22T14:56:33Z</dcterms:modified>
</cp:coreProperties>
</file>