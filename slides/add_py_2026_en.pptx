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# 0..1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1.5, 2], [2, 1.2, 0.1], glass)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"bricks.png", "box"))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 600 MB .off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2026-09-22T23:16:06Z</dcterms:created>
  <dcterms:modified xsi:type="dcterms:W3CDTF">2026-09-22T23:16:06Z</dcterms:modified>
</cp:coreProperties>
</file>