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example programs;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Python code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change; only import add is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an .off of over 500 MB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castle on Sketchfab, to turn round in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browser, like the castle: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module,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2026-09-26T02:30:03Z</dcterms:created>
  <dcterms:modified xsi:type="dcterms:W3CDTF">2026-09-26T02:30:03Z</dcterms:modified>
</cp:coreProperties>
</file>