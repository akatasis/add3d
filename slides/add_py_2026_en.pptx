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add.py part of the first lecture, updated for version 2.0 -- for students and for anyone who wants to build 3D models from code. The module is refreshed every year; 2.0 is the largest change since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message: nothing has to be rewritten. For students and for anyone interested.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MeshLab used to be required for OBJ. Not any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36 shows the same sphere three ways: the Maple cube-sphere, a ball of blocks, the geodesic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 example programs; every public function is used by at least one of them (python3 tools/coverage.py), and every model fits the Sketchfab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students: start with examples/01_first_model.py, then 02_primitives.py. For the assignment, examples 06-16 and the complete models 22-33 are the most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3D models with nothing but Python code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and Data Structures  ·  Algorithm Design and Analysis  ·  creative assignment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new in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operations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-- written from scratch, no libraries.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polyhedra and a geodesic sphere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centred; sphere() is now a dome of triangles.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surfaces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catmull_clark, and smooth(): the generalised Catmull-Clark algorithm, any number of cells per edge.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-- a football from the vertices of an icosahedron.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surfaces, colour functions, parts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surfaces by name;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Sketchfab-ready export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watches the 50 MB / 50 colour limits; glass (transparent) and image textures go into the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written for 1.2 keeps working without a single change; only import add is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assignment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3D model using nothing but program source code.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format: OFF or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10 000 polygons.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different colours.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must contain a for or while loop.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parameter that changes the shape.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3D modelling programs.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or in pairs.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(SEED) decides the whole city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you which requirements are already met.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tools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to install: add.py uses only math and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next to your script. Downloaded from GitHub (project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model without any other program: writes a PNG.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Handy for checking curve and surface formulas before coding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and converting OFF. No longer required: add.py writes OBJ itself.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in one archive -- and anyone can turn the model in a browser.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is two lists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format's name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number of vertices, faces and edges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vertex coordinates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a quadrilateral joining vertices 0, 4, 5 and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face's colour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drawing function in the library does the same thing: it works out some points and adds some faces.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add.save("cube.off")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cube -- four lines.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and outside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outside the model, the corners of a face run counter-clockwise.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inside -- 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face the wrong way round is drawn black or not at all.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orients its own shapes; you only think about it when writing add.polygon(...) by hand.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fixes a whole model; add.check() says whether the surface is closed.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saddle: sheet, two-sided, solid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scene, layers and meshes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brick = add.layer()     # the scene is empty again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add.mesh(add.move(brick,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add.save("wall.off")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the scene out as a mesh and leaves the scene empty.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a mesh back into the scene.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several meshes into one.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function that builds a part: put the scene aside, then bring it back.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once -- place many times.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 never change the mesh you give them -- they return a new one.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add.save("first.off")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check() report: still short of polygons.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math, straight from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random, too.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file has exactly one import. (Plain import math still works.)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examples in examples/ are written this way: import add and nothing else.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Ready-made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Round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Flat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Parts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-- every shape in one program.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-- the central function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torus(u,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add.parametric(torus,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surface without a seam or repeated vertices.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sheet a real thickness -- a closed solid.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every cell by its own parameters.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functions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Planets: lathes painted by (latitude, longitude)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is called once per cell with the surface's own two parameters: (u, v) for parametric, (t, angle) for revolve and curve, (x, z) for grid. Stripes, chequerboards, maps and gradients cost one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mesh you already have: color_by(M, lambda p: ...) paints by position.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equation, twelve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Gielis's superformula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numbers -- and you get a starfish, a flower, a crystal or a plain ball.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what the assignment asks for: one parameter that changes the shape.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Surfaces that look like things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snail, Dini's surface, apple, lemon, heart, horn, trumpet, wavy column, breather, ripples, drop.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Graphs and exotic surfaces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Möbius, Klein, Boy, Roman surface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surfaces have no "outside". Give them a thickness and they become ordinary two-sided solids.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surface is black from one 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sheet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good side, one "dead" side.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and its reversed copy. Cheap; still no thickness.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solid with a wall: closed, printable, right from every angle.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-- the lathe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vase(t):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 [radius, height]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closes the ends -- a solid ready for booleans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less than a full turn cuts out a wedge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spin3D(A, B, S, ...) still works -- the same lathe without lids.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cross-section copied, turned and stretched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add.extrude(star,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and scale may be functions of the position along the path -- the shape changes as it goes. profile_star, profile_gear, profile_rect ... give the outlines.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2D shape pulled into 3D; turned and narrowed on the way.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cross-section pushed along any 3D path.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 skinned over a sequence of cross-sections.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through a list of points; the path of a vector field.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-- curves as tubes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knot(t):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add.curve(knot,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radius may be a function r(t) -- the tube swells and narrows. The tube does not twist on its own: a rotation-minimising frame is carried along the curve.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Shift; put the centre, a corner or the bottom at a point.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about an axis -- any axis -- or aim a part along a direction.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uniform, per axis, or to a size.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in a plane; the face winding is reversed too.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narrow.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function of yours: f(p) -&gt; new point.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 return a new mesh -- the original is untouched, so they chain: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part, many copies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general: you say where copy number i ends up.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 = add.repeat(brick,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Parts that models keep needing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--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--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 between two points -- it works out the orientation itself.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Wheels with spokes, cogs that mesh, arches, flights of steps.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Houses, temples, walls, forests.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art, block terrain, labels in a built-in font (ĄČĘĖĮŠŲŪŽ too).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part built around the origin, pointing up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aim it from shoulder to hand, then move it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forty trees on the hills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-- every limb aimed at a point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every part around the origin between push() and pop(); then aim it, turn it, and move it into place.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by name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hue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blend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darker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colour)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Repaints the whole mesh.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by the position of each face -- rainbows, height maps.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 from one colour to another along an axis.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its own random colour.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assignment wants at least three colours -- it looks better when they mean something.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Boolean operations on solids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Union: everything in either solid. Hidden inner walls disappear.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Intersection: only what is common.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Difference: A with B cut out. This is how holes and notches are made.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point, normal)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cut with a plane -- cheaper.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drill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add.mesh(add.difference(plate, drill))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booleans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Split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is cut where the other solid's triangles could cross it. Neighbours come from a spatial grid, so a distant face is never cut.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piece is asked: inside, outside, or lying on the other surface? A ray counting crossings answers.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Keep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keeps what is outside; intersection what is inside; difference A's outside and B's inside, reversed.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600 lines of plain Python. No libraries.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6000-face sphere minus a box: about 0.5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faces: about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welded, its T-junctions healed, the surface closed.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Booleans need closed solids. If the result looks odd, check both inputs with add.check() first.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Repairing and checking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Welds coincident vertices, drops zero-area and repeated faces, removes the inner walls where two solids touch.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hairline gaps where an edge passes a foreign vertex.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every face the same way -- outwards, for a closed model.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 triangle; is a point inside the solid?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touching cubes each keep a wall where nobody can see it. clean() finds and removes them. examples/31_workbench.py shows every repair tool at work.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regular polyhedra, and a sphere of triangles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-- solids, duals, truncations, domes, smooth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 of the vertices is exactly the centre; every vertex at distance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dome principle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every triangle in four, push the midpoints out to the sphere, repeat: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as before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picks the level from k: k=10 -&gt; 1280, k=20 -&gt; 5120 faces.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football from the vertices of an icosahedron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mesh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corner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moves vertex i and keeps the faces -- then smooth() it.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-- new solids from old ones.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Smooth surfaces: generalised Catmull-Clark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-- n = 1 ... 7 on one prism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cells on every control edge for n = 1, 2, 3, 4, 5 ... -- classical subdivision only gives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 the limit surface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vertex is evaluated on the limit surface; near odd corners the grid is reparameterised to stay even.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Catmull-Clark limit surfaces of arbitrary polygon meshes (2026); a line-by-line port to pure Python.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Twenty-five surfaces by name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-- a knot from rotating circles, one curve() call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-- Maple, blocks, geodesic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Glass, pictures and the Sketchfab limits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cut first,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then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pane, in the opening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-- a room behind the glass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transparent/texture everything is exactly as before; .off files keep plain colours.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free plan, 100 materials merged beyond that. The course: 50 MB, 50 colours. limit_colors() and obj_size() help.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from code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writes a picture you computed -- no image files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castle: a model bigger than memory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textures, every stone a polygon: a 400 MB .off and an .obj that 7-Zip brings under 100 MB for Sketchfab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throne hall and the feast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dragon on the treasure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Saving and sharing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add.save("model.off")   # the course format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add.save("model.obj")   # + .mtl for colours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add.save("model.stl")   # for 3D printing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.obj and .mtl in one archive and upload -- anyone can turn the model in a browser.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then save("m.stl"). The surface must be closed.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without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model.off writes a PNG. No libraries either.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back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load("letter.off") returns a mesh you can move and paint.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MeshLab conversion step is gone -- add.py writes OBJ and MTL itself.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models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-- columns on a circle, a chequered floor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-- beams, cables, hangers, cars along the road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Larger studies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-- lathe, layers, booleans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-- Menger sponge, Sierpinski, a tree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1.2 to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hollow cube of bars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cylinder with no lids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at one 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slanted wall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rectangular block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flat 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lathe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or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old names still work. Twelve models written for 1.2 live in tests/legacy/, and the tests check that they produce exactly as many faces as before (only sphere changed: it is geodesic now; quadsphere is the old one). examples/32_old_names.py is a whole model in the 1.2 vocabulary.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everything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module, the examples, the tests and the documentation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in English and Lithuanian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Vilnius University,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2026-09-24T01:46:43Z</dcterms:created>
  <dcterms:modified xsi:type="dcterms:W3CDTF">2026-09-24T01:46:43Z</dcterms:modified>
</cp:coreProperties>
</file>