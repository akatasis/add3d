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2.1. The module is refreshed every year; 2.x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example programs; every public function is used by at least one of them (python3 tools/coverage.py).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2.1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 and Analysis  ·  creative assignment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2.x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import add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and random are re-exported: add.sin, add.pi, add.randint. A model file needs one import.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functions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surface takes color=lambda u, v: ... -- stripes, maps and gradients in one line.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parts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beam, wheel, gear, arch, stairs, roof, bricks, tree, text, pixels, heightmap ...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a part along a direction, scatter copies on a landscape, string them along a curve.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and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clean(), heal(), check(); .obj + .mtl straight to Sketchfab, .stl for printing.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2.1</dc:title>
  <dc:subject>PptxGenJS Presentation</dc:subject>
  <dc:creator>Martynas Sabaliauskas</dc:creator>
  <cp:lastModifiedBy>Martynas Sabaliauskas</cp:lastModifiedBy>
  <cp:revision>1</cp:revision>
  <dcterms:created xsi:type="dcterms:W3CDTF">2026-09-18T17:01:13Z</dcterms:created>
  <dcterms:modified xsi:type="dcterms:W3CDTF">2026-09-18T17:01:13Z</dcterms:modified>
</cp:coreProperties>
</file>